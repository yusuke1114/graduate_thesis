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7" r:id="rId2"/>
  </p:sldIdLst>
  <p:sldSz cx="6858000" cy="9906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BD783-8D78-44F6-9056-F285BB4F9CC4}" v="4" dt="2026-02-10T03:23:47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1"/>
  </p:normalViewPr>
  <p:slideViewPr>
    <p:cSldViewPr snapToObjects="1">
      <p:cViewPr varScale="1">
        <p:scale>
          <a:sx n="41" d="100"/>
          <a:sy n="41" d="100"/>
        </p:scale>
        <p:origin x="22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 Mi" userId="3ba48dc33aa0ce78" providerId="LiveId" clId="{3F5FB2F0-E656-4E65-B5A1-573F7D5D3E8D}"/>
    <pc:docChg chg="undo custSel modSld">
      <pc:chgData name="Yu Mi" userId="3ba48dc33aa0ce78" providerId="LiveId" clId="{3F5FB2F0-E656-4E65-B5A1-573F7D5D3E8D}" dt="2026-02-10T04:16:22.612" v="93" actId="255"/>
      <pc:docMkLst>
        <pc:docMk/>
      </pc:docMkLst>
      <pc:sldChg chg="modSp mod">
        <pc:chgData name="Yu Mi" userId="3ba48dc33aa0ce78" providerId="LiveId" clId="{3F5FB2F0-E656-4E65-B5A1-573F7D5D3E8D}" dt="2026-02-10T04:16:22.612" v="93" actId="255"/>
        <pc:sldMkLst>
          <pc:docMk/>
          <pc:sldMk cId="3851809487" sldId="257"/>
        </pc:sldMkLst>
        <pc:spChg chg="mod">
          <ac:chgData name="Yu Mi" userId="3ba48dc33aa0ce78" providerId="LiveId" clId="{3F5FB2F0-E656-4E65-B5A1-573F7D5D3E8D}" dt="2026-02-10T04:16:22.612" v="93" actId="255"/>
          <ac:spMkLst>
            <pc:docMk/>
            <pc:sldMk cId="3851809487" sldId="257"/>
            <ac:spMk id="12" creationId="{658E091F-54A8-C943-ACCF-ACFDF3857992}"/>
          </ac:spMkLst>
        </pc:spChg>
        <pc:spChg chg="mod">
          <ac:chgData name="Yu Mi" userId="3ba48dc33aa0ce78" providerId="LiveId" clId="{3F5FB2F0-E656-4E65-B5A1-573F7D5D3E8D}" dt="2026-02-10T03:23:40.092" v="85" actId="20577"/>
          <ac:spMkLst>
            <pc:docMk/>
            <pc:sldMk cId="3851809487" sldId="257"/>
            <ac:spMk id="13" creationId="{1963F833-2C96-B244-B689-8B9232E53A23}"/>
          </ac:spMkLst>
        </pc:spChg>
        <pc:spChg chg="mod">
          <ac:chgData name="Yu Mi" userId="3ba48dc33aa0ce78" providerId="LiveId" clId="{3F5FB2F0-E656-4E65-B5A1-573F7D5D3E8D}" dt="2026-02-10T03:22:34.876" v="7" actId="20577"/>
          <ac:spMkLst>
            <pc:docMk/>
            <pc:sldMk cId="3851809487" sldId="257"/>
            <ac:spMk id="15" creationId="{F4794B7C-D8B8-1646-806E-EE06D47AF886}"/>
          </ac:spMkLst>
        </pc:spChg>
        <pc:spChg chg="mod">
          <ac:chgData name="Yu Mi" userId="3ba48dc33aa0ce78" providerId="LiveId" clId="{3F5FB2F0-E656-4E65-B5A1-573F7D5D3E8D}" dt="2026-02-10T03:23:21.270" v="62" actId="20577"/>
          <ac:spMkLst>
            <pc:docMk/>
            <pc:sldMk cId="3851809487" sldId="257"/>
            <ac:spMk id="16" creationId="{A9EDA749-C458-6B44-8261-2E64BAA1F7B6}"/>
          </ac:spMkLst>
        </pc:spChg>
        <pc:spChg chg="mod">
          <ac:chgData name="Yu Mi" userId="3ba48dc33aa0ce78" providerId="LiveId" clId="{3F5FB2F0-E656-4E65-B5A1-573F7D5D3E8D}" dt="2026-02-10T03:22:47.025" v="23" actId="20577"/>
          <ac:spMkLst>
            <pc:docMk/>
            <pc:sldMk cId="3851809487" sldId="257"/>
            <ac:spMk id="19" creationId="{7D2E9541-D374-3147-9D69-0FAECEE5596A}"/>
          </ac:spMkLst>
        </pc:spChg>
        <pc:spChg chg="mod">
          <ac:chgData name="Yu Mi" userId="3ba48dc33aa0ce78" providerId="LiveId" clId="{3F5FB2F0-E656-4E65-B5A1-573F7D5D3E8D}" dt="2026-02-10T03:22:55.667" v="51" actId="20577"/>
          <ac:spMkLst>
            <pc:docMk/>
            <pc:sldMk cId="3851809487" sldId="257"/>
            <ac:spMk id="20" creationId="{04384D7C-1AE9-AE43-918C-7D54A74D8A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25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5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A9913BE-EF2B-1140-B921-1882ADCBF9C8}"/>
              </a:ext>
            </a:extLst>
          </p:cNvPr>
          <p:cNvSpPr/>
          <p:nvPr/>
        </p:nvSpPr>
        <p:spPr>
          <a:xfrm>
            <a:off x="188640" y="488504"/>
            <a:ext cx="6480720" cy="9289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CD3CB22-A209-BE4E-B576-732CA4DBD79A}"/>
              </a:ext>
            </a:extLst>
          </p:cNvPr>
          <p:cNvCxnSpPr>
            <a:cxnSpLocks/>
          </p:cNvCxnSpPr>
          <p:nvPr/>
        </p:nvCxnSpPr>
        <p:spPr>
          <a:xfrm>
            <a:off x="980728" y="488504"/>
            <a:ext cx="0" cy="9289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BBE06D-881F-384C-AF99-E1740051932C}"/>
              </a:ext>
            </a:extLst>
          </p:cNvPr>
          <p:cNvSpPr txBox="1"/>
          <p:nvPr/>
        </p:nvSpPr>
        <p:spPr>
          <a:xfrm>
            <a:off x="175573" y="1911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背表紙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CF2B22-B323-084B-B862-383BD74B6B79}"/>
              </a:ext>
            </a:extLst>
          </p:cNvPr>
          <p:cNvSpPr txBox="1"/>
          <p:nvPr/>
        </p:nvSpPr>
        <p:spPr>
          <a:xfrm>
            <a:off x="1052736" y="1911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表紙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8E091F-54A8-C943-ACCF-ACFDF3857992}"/>
              </a:ext>
            </a:extLst>
          </p:cNvPr>
          <p:cNvSpPr txBox="1"/>
          <p:nvPr/>
        </p:nvSpPr>
        <p:spPr>
          <a:xfrm>
            <a:off x="147990" y="1280592"/>
            <a:ext cx="646331" cy="701730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1500" dirty="0"/>
              <a:t>ゼロインテリジェンストレーダー市場における機械学習トレーダーの影響の解析</a:t>
            </a:r>
          </a:p>
          <a:p>
            <a:endParaRPr lang="ja-JP" altLang="en-US" sz="15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963F833-2C96-B244-B689-8B9232E53A23}"/>
              </a:ext>
            </a:extLst>
          </p:cNvPr>
          <p:cNvSpPr txBox="1"/>
          <p:nvPr/>
        </p:nvSpPr>
        <p:spPr>
          <a:xfrm>
            <a:off x="332656" y="8486327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1800" dirty="0"/>
              <a:t>箕輪勇佑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4794B7C-D8B8-1646-806E-EE06D47AF886}"/>
              </a:ext>
            </a:extLst>
          </p:cNvPr>
          <p:cNvSpPr txBox="1"/>
          <p:nvPr/>
        </p:nvSpPr>
        <p:spPr>
          <a:xfrm>
            <a:off x="2690759" y="2720752"/>
            <a:ext cx="226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卒業論文　</a:t>
            </a:r>
            <a:r>
              <a:rPr kumimoji="1" lang="en-US" altLang="ja-JP" dirty="0"/>
              <a:t>2026</a:t>
            </a:r>
            <a:r>
              <a:rPr kumimoji="1" lang="ja-JP" altLang="en-US" dirty="0"/>
              <a:t>年度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9EDA749-C458-6B44-8261-2E64BAA1F7B6}"/>
              </a:ext>
            </a:extLst>
          </p:cNvPr>
          <p:cNvSpPr/>
          <p:nvPr/>
        </p:nvSpPr>
        <p:spPr>
          <a:xfrm>
            <a:off x="1268760" y="3872880"/>
            <a:ext cx="5112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ゼロインテリジェンストレーダー市場における機械学習トレーダーの影響の解析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F1A2D9-4416-3D42-9141-46A1BECBE364}"/>
              </a:ext>
            </a:extLst>
          </p:cNvPr>
          <p:cNvSpPr txBox="1"/>
          <p:nvPr/>
        </p:nvSpPr>
        <p:spPr>
          <a:xfrm>
            <a:off x="3040214" y="71132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慶應義塾大学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CFD438-2DBA-9441-AAF8-0FB699C60E9A}"/>
              </a:ext>
            </a:extLst>
          </p:cNvPr>
          <p:cNvSpPr txBox="1"/>
          <p:nvPr/>
        </p:nvSpPr>
        <p:spPr>
          <a:xfrm>
            <a:off x="2463133" y="7545288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理工学部物理情報工学科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D2E9541-D374-3147-9D69-0FAECEE5596A}"/>
              </a:ext>
            </a:extLst>
          </p:cNvPr>
          <p:cNvSpPr txBox="1"/>
          <p:nvPr/>
        </p:nvSpPr>
        <p:spPr>
          <a:xfrm>
            <a:off x="2776520" y="7905328"/>
            <a:ext cx="2097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学籍番号</a:t>
            </a:r>
            <a:r>
              <a:rPr kumimoji="1" lang="en-US" altLang="ja-JP" dirty="0"/>
              <a:t> </a:t>
            </a:r>
            <a:r>
              <a:rPr lang="en-US" altLang="ja-JP" dirty="0"/>
              <a:t>62219191</a:t>
            </a:r>
            <a:endParaRPr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4384D7C-1AE9-AE43-918C-7D54A74D8A06}"/>
              </a:ext>
            </a:extLst>
          </p:cNvPr>
          <p:cNvSpPr/>
          <p:nvPr/>
        </p:nvSpPr>
        <p:spPr>
          <a:xfrm>
            <a:off x="3070671" y="8409384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3200" dirty="0"/>
              <a:t>箕輪勇佑</a:t>
            </a:r>
          </a:p>
        </p:txBody>
      </p:sp>
      <p:pic>
        <p:nvPicPr>
          <p:cNvPr id="3" name="図 2" descr="アイコン&#10;&#10;自動的に生成された説明">
            <a:extLst>
              <a:ext uri="{FF2B5EF4-FFF2-40B4-BE49-F238E27FC236}">
                <a16:creationId xmlns:a16="http://schemas.microsoft.com/office/drawing/2014/main" id="{6CE73256-F6CD-44F3-9DA1-F55FB8070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586" y="1328217"/>
            <a:ext cx="1254177" cy="122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0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114</Words>
  <Application>Microsoft Office PowerPoint</Application>
  <PresentationFormat>A4 Paper (210x297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渡辺宙志</dc:creator>
  <cp:lastModifiedBy>Yu Mi</cp:lastModifiedBy>
  <cp:revision>15</cp:revision>
  <cp:lastPrinted>2021-02-17T03:50:23Z</cp:lastPrinted>
  <dcterms:created xsi:type="dcterms:W3CDTF">2021-02-17T03:10:42Z</dcterms:created>
  <dcterms:modified xsi:type="dcterms:W3CDTF">2026-02-10T04:16:33Z</dcterms:modified>
</cp:coreProperties>
</file>